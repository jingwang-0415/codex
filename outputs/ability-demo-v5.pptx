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0b660bbfaf24a59" /><Relationship Type="http://schemas.openxmlformats.org/officeDocument/2006/relationships/extended-properties" Target="/docProps/app.xml" Id="R278a923bbecb4478" /><Relationship Type="http://schemas.openxmlformats.org/officeDocument/2006/relationships/officeDocument" Target="/ppt/presentation.xml" Id="R311536e6d1f0424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88d91dee0024ae6"/>
  </p:sldMasterIdLst>
  <p:notesMasterIdLst>
    <p:notesMasterId xmlns:r="http://schemas.openxmlformats.org/officeDocument/2006/relationships" r:id="Re397b55459184f96"/>
  </p:notesMasterIdLst>
  <p:sldIdLst>
    <p:sldId xmlns:r="http://schemas.openxmlformats.org/officeDocument/2006/relationships" id="256" r:id="Raa359ce1d5724646"/>
    <p:sldId xmlns:r="http://schemas.openxmlformats.org/officeDocument/2006/relationships" id="257" r:id="Rb588d84991854584"/>
    <p:sldId xmlns:r="http://schemas.openxmlformats.org/officeDocument/2006/relationships" id="258" r:id="Rad6cf04b4ad24f71"/>
    <p:sldId xmlns:r="http://schemas.openxmlformats.org/officeDocument/2006/relationships" id="259" r:id="Rebd3691f2f9949a7"/>
    <p:sldId xmlns:r="http://schemas.openxmlformats.org/officeDocument/2006/relationships" id="260" r:id="R06c7876a513949fd"/>
    <p:sldId xmlns:r="http://schemas.openxmlformats.org/officeDocument/2006/relationships" id="261" r:id="R880f02a267cd4ed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2772887cf3c45f1" /><Relationship Type="http://schemas.openxmlformats.org/officeDocument/2006/relationships/slideMaster" Target="/ppt/slideMasters/slideMaster1.xml" Id="R688d91dee0024ae6" /><Relationship Type="http://schemas.openxmlformats.org/officeDocument/2006/relationships/notesMaster" Target="/ppt/notesMasters/notesMaster1.xml" Id="Re397b55459184f96" /><Relationship Type="http://schemas.openxmlformats.org/officeDocument/2006/relationships/presProps" Target="/ppt/presProps.xml" Id="R7d33f7a413054d55" /><Relationship Type="http://schemas.openxmlformats.org/officeDocument/2006/relationships/tableStyles" Target="/ppt/tableStyles.xml" Id="R080d6735e2af4821" /><Relationship Type="http://schemas.openxmlformats.org/officeDocument/2006/relationships/slide" Target="/ppt/slides/slide1.xml" Id="Raa359ce1d5724646" /><Relationship Type="http://schemas.openxmlformats.org/officeDocument/2006/relationships/slide" Target="/ppt/slides/slide2.xml" Id="Rb588d84991854584" /><Relationship Type="http://schemas.openxmlformats.org/officeDocument/2006/relationships/slide" Target="/ppt/slides/slide3.xml" Id="Rad6cf04b4ad24f71" /><Relationship Type="http://schemas.openxmlformats.org/officeDocument/2006/relationships/slide" Target="/ppt/slides/slide4.xml" Id="Rebd3691f2f9949a7" /><Relationship Type="http://schemas.openxmlformats.org/officeDocument/2006/relationships/slide" Target="/ppt/slides/slide5.xml" Id="R06c7876a513949fd" /><Relationship Type="http://schemas.openxmlformats.org/officeDocument/2006/relationships/slide" Target="/ppt/slides/slide6.xml" Id="R880f02a267cd4ed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82b60c92b7749a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e29eb19f6b94aac" /><Relationship Type="http://schemas.openxmlformats.org/officeDocument/2006/relationships/notesMaster" Target="/ppt/notesMasters/notesMaster1.xml" Id="Rc68d94e0b9b2455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59a87daa8d84cc7" /><Relationship Type="http://schemas.openxmlformats.org/officeDocument/2006/relationships/notesMaster" Target="/ppt/notesMasters/notesMaster1.xml" Id="R261b2636cd804e7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8a398eb60604de8" /><Relationship Type="http://schemas.openxmlformats.org/officeDocument/2006/relationships/notesMaster" Target="/ppt/notesMasters/notesMaster1.xml" Id="R44aa6da1366a41a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450e1af3c824b94" /><Relationship Type="http://schemas.openxmlformats.org/officeDocument/2006/relationships/notesMaster" Target="/ppt/notesMasters/notesMaster1.xml" Id="Rf2fd7204f2f4461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9017137dc914018" /><Relationship Type="http://schemas.openxmlformats.org/officeDocument/2006/relationships/notesMaster" Target="/ppt/notesMasters/notesMaster1.xml" Id="R1137e2eff3874e5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e89c33fa94344f9" /><Relationship Type="http://schemas.openxmlformats.org/officeDocument/2006/relationships/notesMaster" Target="/ppt/notesMasters/notesMaster1.xml" Id="R8ce9be3ffa8348a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source: /Users/a747/Documents/ppt/outputs/ability-demo-v5.html</a:t>
            </a:r>
          </a:p>
          <a:p xmlns:a="http://schemas.openxmlformats.org/drawingml/2006/main">
            <a:r>
              <a:t>- Conversion: full-slide render preserving the authored HTML layout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source: /Users/a747/Documents/ppt/outputs/ability-demo-v5.html</a:t>
            </a:r>
          </a:p>
          <a:p xmlns:a="http://schemas.openxmlformats.org/drawingml/2006/main">
            <a:r>
              <a:t>- Conversion: full-slide render preserving the authored HTML layout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source: /Users/a747/Documents/ppt/outputs/ability-demo-v5.html</a:t>
            </a:r>
          </a:p>
          <a:p xmlns:a="http://schemas.openxmlformats.org/drawingml/2006/main">
            <a:r>
              <a:t>- Conversion: full-slide render preserving the authored HTML layout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source: /Users/a747/Documents/ppt/outputs/ability-demo-v5.html</a:t>
            </a:r>
          </a:p>
          <a:p xmlns:a="http://schemas.openxmlformats.org/drawingml/2006/main">
            <a:r>
              <a:t>- Conversion: full-slide render preserving the authored HTML layout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source: /Users/a747/Documents/ppt/outputs/ability-demo-v5.html</a:t>
            </a:r>
          </a:p>
          <a:p xmlns:a="http://schemas.openxmlformats.org/drawingml/2006/main">
            <a:r>
              <a:t>- Conversion: full-slide render preserving the authored HTML layout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source: /Users/a747/Documents/ppt/outputs/ability-demo-v5.html</a:t>
            </a:r>
          </a:p>
          <a:p xmlns:a="http://schemas.openxmlformats.org/drawingml/2006/main">
            <a:r>
              <a:t>- Conversion: full-slide render preserving the authored HTML layout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6e26fb1e3b42f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363ff7b8ba74be5" /><Relationship Type="http://schemas.openxmlformats.org/officeDocument/2006/relationships/slideLayout" Target="/ppt/slideLayouts/slideLayout1.xml" Id="Ra58b371490a64f7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58b371490a64f7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3e9ebfd1e34204" /><Relationship Type="http://schemas.openxmlformats.org/officeDocument/2006/relationships/image" Target="/ppt/media/image.png" Id="R9c05e26ff7f3469f" /><Relationship Type="http://schemas.openxmlformats.org/officeDocument/2006/relationships/notesSlide" Target="/ppt/notesSlides/notesSlide1.xml" Id="Rf108257f5ebd441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631b410c054428" /><Relationship Type="http://schemas.openxmlformats.org/officeDocument/2006/relationships/image" Target="/ppt/media/image2.png" Id="Ra05a756d96d44f42" /><Relationship Type="http://schemas.openxmlformats.org/officeDocument/2006/relationships/notesSlide" Target="/ppt/notesSlides/notesSlide2.xml" Id="Ree2c2ca3c62045f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e66f5ce99742da" /><Relationship Type="http://schemas.openxmlformats.org/officeDocument/2006/relationships/image" Target="/ppt/media/image3.png" Id="R3f1d9c6272a246e3" /><Relationship Type="http://schemas.openxmlformats.org/officeDocument/2006/relationships/notesSlide" Target="/ppt/notesSlides/notesSlide3.xml" Id="R06f972088b9944f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7228c44d614d18" /><Relationship Type="http://schemas.openxmlformats.org/officeDocument/2006/relationships/image" Target="/ppt/media/image4.png" Id="R9b45c779fdb74225" /><Relationship Type="http://schemas.openxmlformats.org/officeDocument/2006/relationships/notesSlide" Target="/ppt/notesSlides/notesSlide4.xml" Id="R86332bc43284405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2266f9a82044f0" /><Relationship Type="http://schemas.openxmlformats.org/officeDocument/2006/relationships/image" Target="/ppt/media/image5.png" Id="Rc826bf283815407b" /><Relationship Type="http://schemas.openxmlformats.org/officeDocument/2006/relationships/notesSlide" Target="/ppt/notesSlides/notesSlide5.xml" Id="R07f72730e4f84da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2a523a70a54f32" /><Relationship Type="http://schemas.openxmlformats.org/officeDocument/2006/relationships/image" Target="/ppt/media/image6.png" Id="R49fe74e0dba445ee" /><Relationship Type="http://schemas.openxmlformats.org/officeDocument/2006/relationships/notesSlide" Target="/ppt/notesSlides/notesSlide6.xml" Id="Rb40429957199405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05e26ff7f3469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23677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5a756d96d44f4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81682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1d9c6272a246e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5757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45c779fdb7422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66183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26bf283815407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19001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fe74e0dba445e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820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2026-08-16T09:11:03.8500000Z</dcterms:created>
  <dcterms:modified xsi:type="dcterms:W3CDTF">2026-08-16T09:11:03.8500000Z</dcterms:modified>
</coreProperties>
</file>