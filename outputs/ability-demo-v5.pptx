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d5fb903984006" /><Relationship Type="http://schemas.openxmlformats.org/officeDocument/2006/relationships/extended-properties" Target="/docProps/app.xml" Id="R10ffbcefdaad4448" /><Relationship Type="http://schemas.openxmlformats.org/officeDocument/2006/relationships/officeDocument" Target="/ppt/presentation.xml" Id="Rc892de373d84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2b874d2e67483f"/>
  </p:sldMasterIdLst>
  <p:notesMasterIdLst>
    <p:notesMasterId xmlns:r="http://schemas.openxmlformats.org/officeDocument/2006/relationships" r:id="R05726b2250a845cb"/>
  </p:notesMasterIdLst>
  <p:sldIdLst>
    <p:sldId xmlns:r="http://schemas.openxmlformats.org/officeDocument/2006/relationships" id="256" r:id="R0db13da6b8494067"/>
    <p:sldId xmlns:r="http://schemas.openxmlformats.org/officeDocument/2006/relationships" id="257" r:id="Rc0089013b30c45ff"/>
    <p:sldId xmlns:r="http://schemas.openxmlformats.org/officeDocument/2006/relationships" id="258" r:id="Rf7cff6414d5c47cb"/>
    <p:sldId xmlns:r="http://schemas.openxmlformats.org/officeDocument/2006/relationships" id="259" r:id="Rfee9c4db10b049b1"/>
    <p:sldId xmlns:r="http://schemas.openxmlformats.org/officeDocument/2006/relationships" id="260" r:id="Re7c962c260044e18"/>
    <p:sldId xmlns:r="http://schemas.openxmlformats.org/officeDocument/2006/relationships" id="261" r:id="Re639a0a2488e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6d8451228c434b" /><Relationship Type="http://schemas.openxmlformats.org/officeDocument/2006/relationships/slideMaster" Target="/ppt/slideMasters/slideMaster1.xml" Id="R912b874d2e67483f" /><Relationship Type="http://schemas.openxmlformats.org/officeDocument/2006/relationships/notesMaster" Target="/ppt/notesMasters/notesMaster1.xml" Id="R05726b2250a845cb" /><Relationship Type="http://schemas.openxmlformats.org/officeDocument/2006/relationships/presProps" Target="/ppt/presProps.xml" Id="R7fddb2c0b4f341c3" /><Relationship Type="http://schemas.openxmlformats.org/officeDocument/2006/relationships/tableStyles" Target="/ppt/tableStyles.xml" Id="Rb3bf48dba9624b9d" /><Relationship Type="http://schemas.openxmlformats.org/officeDocument/2006/relationships/slide" Target="/ppt/slides/slide1.xml" Id="R0db13da6b8494067" /><Relationship Type="http://schemas.openxmlformats.org/officeDocument/2006/relationships/slide" Target="/ppt/slides/slide2.xml" Id="Rc0089013b30c45ff" /><Relationship Type="http://schemas.openxmlformats.org/officeDocument/2006/relationships/slide" Target="/ppt/slides/slide3.xml" Id="Rf7cff6414d5c47cb" /><Relationship Type="http://schemas.openxmlformats.org/officeDocument/2006/relationships/slide" Target="/ppt/slides/slide4.xml" Id="Rfee9c4db10b049b1" /><Relationship Type="http://schemas.openxmlformats.org/officeDocument/2006/relationships/slide" Target="/ppt/slides/slide5.xml" Id="Re7c962c260044e18" /><Relationship Type="http://schemas.openxmlformats.org/officeDocument/2006/relationships/slide" Target="/ppt/slides/slide6.xml" Id="Re639a0a2488e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81d147f919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6c483c69e74c09" /><Relationship Type="http://schemas.openxmlformats.org/officeDocument/2006/relationships/notesMaster" Target="/ppt/notesMasters/notesMaster1.xml" Id="R9ed494de582945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6f22da31d44395" /><Relationship Type="http://schemas.openxmlformats.org/officeDocument/2006/relationships/notesMaster" Target="/ppt/notesMasters/notesMaster1.xml" Id="Rc766b27d051540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117cc1bfce477f" /><Relationship Type="http://schemas.openxmlformats.org/officeDocument/2006/relationships/notesMaster" Target="/ppt/notesMasters/notesMaster1.xml" Id="R6223416f0e4147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7126f3a86f4768" /><Relationship Type="http://schemas.openxmlformats.org/officeDocument/2006/relationships/notesMaster" Target="/ppt/notesMasters/notesMaster1.xml" Id="Rb3cdaa026d0644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538c2fdea4348" /><Relationship Type="http://schemas.openxmlformats.org/officeDocument/2006/relationships/notesMaster" Target="/ppt/notesMasters/notesMaster1.xml" Id="R3d98f96ac1a740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dbf6350264ccc" /><Relationship Type="http://schemas.openxmlformats.org/officeDocument/2006/relationships/notesMaster" Target="/ppt/notesMasters/notesMaster1.xml" Id="R94844588f5774e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/Users/a747/Documents/ppt/outputs/ability-demo-v5.html</a:t>
            </a:r>
          </a:p>
          <a:p xmlns:a="http://schemas.openxmlformats.org/drawingml/2006/main">
            <a:r>
              <a:t>- Conversion: full-slide render preserving the authored HTML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/Users/a747/Documents/ppt/outputs/ability-demo-v5.html</a:t>
            </a:r>
          </a:p>
          <a:p xmlns:a="http://schemas.openxmlformats.org/drawingml/2006/main">
            <a:r>
              <a:t>- Conversion: full-slide render preserving the authored HTML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/Users/a747/Documents/ppt/outputs/ability-demo-v5.html</a:t>
            </a:r>
          </a:p>
          <a:p xmlns:a="http://schemas.openxmlformats.org/drawingml/2006/main">
            <a:r>
              <a:t>- Conversion: full-slide render preserving the authored HTML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/Users/a747/Documents/ppt/outputs/ability-demo-v5.html</a:t>
            </a:r>
          </a:p>
          <a:p xmlns:a="http://schemas.openxmlformats.org/drawingml/2006/main">
            <a:r>
              <a:t>- Conversion: full-slide render preserving the authored HTML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/Users/a747/Documents/ppt/outputs/ability-demo-v5.html</a:t>
            </a:r>
          </a:p>
          <a:p xmlns:a="http://schemas.openxmlformats.org/drawingml/2006/main">
            <a:r>
              <a:t>- Conversion: full-slide render preserving the authored HTML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/Users/a747/Documents/ppt/outputs/ability-demo-v5.html</a:t>
            </a:r>
          </a:p>
          <a:p xmlns:a="http://schemas.openxmlformats.org/drawingml/2006/main">
            <a:r>
              <a:t>- Conversion: full-slide render preserving the authored HTML layout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ecba8a2d941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737f3b23684655" /><Relationship Type="http://schemas.openxmlformats.org/officeDocument/2006/relationships/slideLayout" Target="/ppt/slideLayouts/slideLayout1.xml" Id="R1de4d8fbee5e4d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e4d8fbee5e4d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db19456b24287" /><Relationship Type="http://schemas.openxmlformats.org/officeDocument/2006/relationships/image" Target="/ppt/media/image.png" Id="R615118be5fe14f8a" /><Relationship Type="http://schemas.openxmlformats.org/officeDocument/2006/relationships/notesSlide" Target="/ppt/notesSlides/notesSlide1.xml" Id="Rb8abf67d70b448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e113cb3594e6a" /><Relationship Type="http://schemas.openxmlformats.org/officeDocument/2006/relationships/image" Target="/ppt/media/image2.png" Id="R03312485a2824ece" /><Relationship Type="http://schemas.openxmlformats.org/officeDocument/2006/relationships/notesSlide" Target="/ppt/notesSlides/notesSlide2.xml" Id="Rd4e32fded78f4e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b7d8888e54290" /><Relationship Type="http://schemas.openxmlformats.org/officeDocument/2006/relationships/image" Target="/ppt/media/image3.png" Id="R35e09fb441d54803" /><Relationship Type="http://schemas.openxmlformats.org/officeDocument/2006/relationships/notesSlide" Target="/ppt/notesSlides/notesSlide3.xml" Id="R9445b28ac40a45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bbc7b775c43d0" /><Relationship Type="http://schemas.openxmlformats.org/officeDocument/2006/relationships/image" Target="/ppt/media/image4.png" Id="R278b2055b5b54928" /><Relationship Type="http://schemas.openxmlformats.org/officeDocument/2006/relationships/notesSlide" Target="/ppt/notesSlides/notesSlide4.xml" Id="R9186510bf07f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032109bf9433a" /><Relationship Type="http://schemas.openxmlformats.org/officeDocument/2006/relationships/image" Target="/ppt/media/image5.png" Id="Rce4b31525ee44f30" /><Relationship Type="http://schemas.openxmlformats.org/officeDocument/2006/relationships/notesSlide" Target="/ppt/notesSlides/notesSlide5.xml" Id="Rcceecf40b56a41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4b262c5d2412c" /><Relationship Type="http://schemas.openxmlformats.org/officeDocument/2006/relationships/image" Target="/ppt/media/image6.png" Id="R0adf5713b5354a72" /><Relationship Type="http://schemas.openxmlformats.org/officeDocument/2006/relationships/notesSlide" Target="/ppt/notesSlides/notesSlide6.xml" Id="R333dcc1dcad148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118be5fe14f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08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12485a2824e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550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09fb441d548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737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b2055b5b549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698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b31525ee44f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9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f5713b5354a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37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2026-08-16T08:56:14.7660000Z</dcterms:created>
  <dcterms:modified xsi:type="dcterms:W3CDTF">2026-08-16T08:56:14.7660000Z</dcterms:modified>
</coreProperties>
</file>