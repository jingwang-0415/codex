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f88a584cdd49b8" /><Relationship Type="http://schemas.openxmlformats.org/officeDocument/2006/relationships/extended-properties" Target="/docProps/app.xml" Id="R3e72b64e68964d93" /><Relationship Type="http://schemas.openxmlformats.org/officeDocument/2006/relationships/officeDocument" Target="/ppt/presentation.xml" Id="Rf41143077e9d41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18b15770bd4cd2"/>
  </p:sldMasterIdLst>
  <p:notesMasterIdLst>
    <p:notesMasterId xmlns:r="http://schemas.openxmlformats.org/officeDocument/2006/relationships" r:id="R867025f59653436a"/>
  </p:notesMasterIdLst>
  <p:sldIdLst>
    <p:sldId xmlns:r="http://schemas.openxmlformats.org/officeDocument/2006/relationships" id="256" r:id="R2adcae2d92ed49cc"/>
    <p:sldId xmlns:r="http://schemas.openxmlformats.org/officeDocument/2006/relationships" id="257" r:id="Red03f8f58751442b"/>
    <p:sldId xmlns:r="http://schemas.openxmlformats.org/officeDocument/2006/relationships" id="258" r:id="R1feb1cad7380408d"/>
    <p:sldId xmlns:r="http://schemas.openxmlformats.org/officeDocument/2006/relationships" id="259" r:id="R2ca899eee2a3428a"/>
    <p:sldId xmlns:r="http://schemas.openxmlformats.org/officeDocument/2006/relationships" id="260" r:id="Re4a110da200d4fb3"/>
    <p:sldId xmlns:r="http://schemas.openxmlformats.org/officeDocument/2006/relationships" id="261" r:id="R001f278a823e42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b47577ef4d4793" /><Relationship Type="http://schemas.openxmlformats.org/officeDocument/2006/relationships/slideMaster" Target="/ppt/slideMasters/slideMaster1.xml" Id="R5318b15770bd4cd2" /><Relationship Type="http://schemas.openxmlformats.org/officeDocument/2006/relationships/notesMaster" Target="/ppt/notesMasters/notesMaster1.xml" Id="R867025f59653436a" /><Relationship Type="http://schemas.openxmlformats.org/officeDocument/2006/relationships/presProps" Target="/ppt/presProps.xml" Id="R22273ee2e2e445fc" /><Relationship Type="http://schemas.openxmlformats.org/officeDocument/2006/relationships/tableStyles" Target="/ppt/tableStyles.xml" Id="R5a48052900e64ccd" /><Relationship Type="http://schemas.openxmlformats.org/officeDocument/2006/relationships/slide" Target="/ppt/slides/slide1.xml" Id="R2adcae2d92ed49cc" /><Relationship Type="http://schemas.openxmlformats.org/officeDocument/2006/relationships/slide" Target="/ppt/slides/slide2.xml" Id="Red03f8f58751442b" /><Relationship Type="http://schemas.openxmlformats.org/officeDocument/2006/relationships/slide" Target="/ppt/slides/slide3.xml" Id="R1feb1cad7380408d" /><Relationship Type="http://schemas.openxmlformats.org/officeDocument/2006/relationships/slide" Target="/ppt/slides/slide4.xml" Id="R2ca899eee2a3428a" /><Relationship Type="http://schemas.openxmlformats.org/officeDocument/2006/relationships/slide" Target="/ppt/slides/slide5.xml" Id="Re4a110da200d4fb3" /><Relationship Type="http://schemas.openxmlformats.org/officeDocument/2006/relationships/slide" Target="/ppt/slides/slide6.xml" Id="R001f278a823e42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33b1b33a7c44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0cde7829024bff" /><Relationship Type="http://schemas.openxmlformats.org/officeDocument/2006/relationships/notesMaster" Target="/ppt/notesMasters/notesMaster1.xml" Id="R8c5d488f78c04d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b7a7e45f124519" /><Relationship Type="http://schemas.openxmlformats.org/officeDocument/2006/relationships/notesMaster" Target="/ppt/notesMasters/notesMaster1.xml" Id="R13757689cbe54e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7d3a30530448e7" /><Relationship Type="http://schemas.openxmlformats.org/officeDocument/2006/relationships/notesMaster" Target="/ppt/notesMasters/notesMaster1.xml" Id="R8dabfbc243cf4d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aac14d5ece4a7a" /><Relationship Type="http://schemas.openxmlformats.org/officeDocument/2006/relationships/notesMaster" Target="/ppt/notesMasters/notesMaster1.xml" Id="R6e933163c4944c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958f1c7d594b68" /><Relationship Type="http://schemas.openxmlformats.org/officeDocument/2006/relationships/notesMaster" Target="/ppt/notesMasters/notesMaster1.xml" Id="Rd8bdfd8ac9f24b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b364598f5c44e0" /><Relationship Type="http://schemas.openxmlformats.org/officeDocument/2006/relationships/notesMaster" Target="/ppt/notesMasters/notesMaster1.xml" Id="R35620870c46047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55499488c443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1c980c7b5c4a97" /><Relationship Type="http://schemas.openxmlformats.org/officeDocument/2006/relationships/slideLayout" Target="/ppt/slideLayouts/slideLayout1.xml" Id="Re763ec16b50f45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63ec16b50f45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37b7f9aa24958" /><Relationship Type="http://schemas.openxmlformats.org/officeDocument/2006/relationships/image" Target="/ppt/media/image.png" Id="Rbb67dd353bb74898" /><Relationship Type="http://schemas.openxmlformats.org/officeDocument/2006/relationships/notesSlide" Target="/ppt/notesSlides/notesSlide1.xml" Id="R81533753b24c49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7461e4f544783" /><Relationship Type="http://schemas.openxmlformats.org/officeDocument/2006/relationships/image" Target="/ppt/media/image2.png" Id="R34d24537e8c14b51" /><Relationship Type="http://schemas.openxmlformats.org/officeDocument/2006/relationships/notesSlide" Target="/ppt/notesSlides/notesSlide2.xml" Id="Rce8459be96cd40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fcc97faab49a6" /><Relationship Type="http://schemas.openxmlformats.org/officeDocument/2006/relationships/image" Target="/ppt/media/image3.png" Id="Rd9d7214abe9a4afb" /><Relationship Type="http://schemas.openxmlformats.org/officeDocument/2006/relationships/notesSlide" Target="/ppt/notesSlides/notesSlide3.xml" Id="R8611dcd41d2c46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50addb0d74479" /><Relationship Type="http://schemas.openxmlformats.org/officeDocument/2006/relationships/image" Target="/ppt/media/image4.png" Id="R3864fb018f0b458a" /><Relationship Type="http://schemas.openxmlformats.org/officeDocument/2006/relationships/notesSlide" Target="/ppt/notesSlides/notesSlide4.xml" Id="Ref122460783649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49c6692774177" /><Relationship Type="http://schemas.openxmlformats.org/officeDocument/2006/relationships/image" Target="/ppt/media/image5.png" Id="Rc97eb1b55ae6440b" /><Relationship Type="http://schemas.openxmlformats.org/officeDocument/2006/relationships/notesSlide" Target="/ppt/notesSlides/notesSlide5.xml" Id="R4f03cedf5da941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e5e1eee244181" /><Relationship Type="http://schemas.openxmlformats.org/officeDocument/2006/relationships/image" Target="/ppt/media/image6.png" Id="R1d7842d9b8134151" /><Relationship Type="http://schemas.openxmlformats.org/officeDocument/2006/relationships/notesSlide" Target="/ppt/notesSlides/notesSlide6.xml" Id="Rcc88dbb6f07942d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7dd353bb748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1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24537e8c14b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6164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7214abe9a4a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5168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4fb018f0b458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7637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eb1b55ae6440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813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842d9b81341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9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2026-08-16T08:16:12.6370000Z</dcterms:created>
  <dcterms:modified xsi:type="dcterms:W3CDTF">2026-08-16T08:16:12.6370000Z</dcterms:modified>
</coreProperties>
</file>